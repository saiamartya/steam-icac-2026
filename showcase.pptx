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Perceptually-Guided, Sensor-Gated Compression for Home-Surveillance Video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ICAC 2026 — Computer Science Showcase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Amartya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home-security footage is never watched. It still costs storage, bandwidth, and energy.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video using human perceptual science.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useful footage from sensors.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edge-feasible, privacy-conscious, scalable.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 One 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pipeline that records when sensors say 'something useful' and compresses every kept frame so bits are spent where a human's eyes actually look.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0"/>
            <a:ext cx="8229600" cy="2011680"/>
          </a:xfrm>
          <a:prstGeom prst="rect">
            <a:avLst/>
          </a:prstGeom>
          <a:solidFill>
            <a:srgbClr val="F5F5F5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7432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Lague (2025) — but our hybrid runs on classical codec rails.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600" dirty="0"/>
          </a:p>
        </p:txBody>
      </p:sp>
      <p:pic>
        <p:nvPicPr>
          <p:cNvPr id="3" name="Image 0" descr="/sessions/inspiring-beautiful-franklin/mnt/STEAM IC/results/figure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→ Saliency → Saliency-aware H.265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Grounded Science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Foveation: 10× higher acuity at fovea vs periphery (Wandell, 1995)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Sensitivity Function: drives JPEG's quantisation matrix (Campbell &amp; Robson, 1968)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Just-Noticeable-Difference: distortion below threshold is invisible (Mannos &amp; Sakrison, 1974)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/ temporal masking: HEVC perceptual mode (Sullivan et al., 2012)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Saliency: where humans actually look (Itti, Koch &amp; Niebur, 1998)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solidFill>
            <a:srgbClr val="F9F9F9"/>
          </a:solidFill>
          <a:ln w="25400">
            <a:solidFill>
              <a:srgbClr val="1F77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2103120"/>
            <a:ext cx="6766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[Run python scripts/live_demo.py here — saliency overlay + gate HUD on the judge's webcam feed]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Fires on the Right Frames</a:t>
            </a:r>
            <a:endParaRPr lang="en-US" sz="3600" dirty="0"/>
          </a:p>
        </p:txBody>
      </p:sp>
      <p:pic>
        <p:nvPicPr>
          <p:cNvPr id="3" name="Image 0" descr="/sessions/inspiring-beautiful-franklin/mnt/STEAM IC/results/figures/gate_tra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frames track ground-truth activity windows. Threshold = 0.25.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Go Where Eyes Go</a:t>
            </a:r>
            <a:endParaRPr lang="en-US" sz="3600" dirty="0"/>
          </a:p>
        </p:txBody>
      </p:sp>
      <p:pic>
        <p:nvPicPr>
          <p:cNvPr id="3" name="Image 0" descr="/sessions/inspiring-beautiful-franklin/mnt/STEAM IC/results/figures/qualita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/ Saliency / Baseline / Ours — at the same operating point, our person remains crisp.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Compression is 300× Better… But It Doesn't Ship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100–2000 ms/frame vs 33 ms real-time budget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size: 50–300 MB weights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bandwidth: GB/s required, edge SBCs offer fractions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silicon (every camera SoC ships H.264/H.265 hardware)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borrow the philosophy. We pay milliseconds, not seconds.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Stored = Less Burned</a:t>
            </a:r>
            <a:endParaRPr lang="en-US" sz="3600" dirty="0"/>
          </a:p>
        </p:txBody>
      </p:sp>
      <p:pic>
        <p:nvPicPr>
          <p:cNvPr id="3" name="Image 0" descr="/sessions/inspiring-beautiful-franklin/mnt/STEAM IC/results/figures/sustain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475488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12080" y="109728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 file-size reduction at fixed CRF (measured)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 TB / 32 kg CO₂ saved per camera per year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inference: raw video never leaves the camera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Measured</a:t>
            </a:r>
            <a:endParaRPr lang="en-US" sz="3600" dirty="0"/>
          </a:p>
        </p:txBody>
      </p:sp>
      <p:pic>
        <p:nvPicPr>
          <p:cNvPr id="3" name="Image 0" descr="/sessions/inspiring-beautiful-franklin/mnt/STEAM IC/results/figures/rd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fires on </a:t>
            </a:r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frames — matches scripted activity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smaller than uniform H.265 baseline at same CRF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metrics under-rate our approach by design — perceptual metrics (VMAF/LPIPS) are next.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surveillance datasets (VIRAT / Avenue)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prototype neural codec for a true side-by-side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VMAF + LPIPS for proper perceptual evaluation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and measure on Raspberry Pi 4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fine-tuning for per-home detector models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Perceptually-Guided, Sensor-Gated Compression for Home-Surveillance Video</dc:title>
  <dc:subject>PptxGenJS Presentation</dc:subject>
  <dc:creator>Sai Amartya</dc:creator>
  <cp:lastModifiedBy>Sai Amartya</cp:lastModifiedBy>
  <cp:revision>1</cp:revision>
  <dcterms:created xsi:type="dcterms:W3CDTF">2026-05-01T00:36:41Z</dcterms:created>
  <dcterms:modified xsi:type="dcterms:W3CDTF">2026-05-01T00:36:41Z</dcterms:modified>
</cp:coreProperties>
</file>